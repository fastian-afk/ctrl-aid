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0" y="10972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🛡️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71600" y="1828800"/>
            <a:ext cx="9418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Ctrl+Aid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1828800" y="310896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Emergency Information Platform</a:t>
            </a:r>
            <a:endParaRPr lang="en-US" sz="2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Pakistani Communities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0" y="4297680"/>
            <a:ext cx="48463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45720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Civic Innovation Hackathon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50292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Ctrl+Aid  •  Code for Pakistan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576072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 •  TypeScript  •  Gemini AI  •  Tailwind CSS v4  •  React-Leaflet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Pakistan's 2022 floods displaced </a:t>
            </a:r>
            <a:pPr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million people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Communities lacked access to verified, timely emergency information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5212080" cy="164592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514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 Fragmented Information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30175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source of verified emergency alerts — citizens relied on unverified WhatsApp forwards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2286000"/>
            <a:ext cx="5212080" cy="164592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514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 Inaccessible Shelter Data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0" y="30175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could not locate nearby shelters or hospitals during the chaos of disaster events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297680"/>
            <a:ext cx="5212080" cy="164592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5262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 Scattered Helplines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05840" y="50292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emergency contacts buried across dozens of different government websites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4297680"/>
            <a:ext cx="5212080" cy="164592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45262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No AI-Assisted Guidance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83680" y="50292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way to ask questions and receive personalized, context-aware safety advice instantly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Ctrl+Aid </a:t>
            </a:r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One Platform for All Emergency Needs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574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Live Emergency Updates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verified alerts from NDMA, PDMA, PMD, and Rescue 1122 — categorized by type and severity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0574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 Interactive Shelter Map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6060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12+ verified locations across Islamabad, Rawalpindi, Lahore &amp; Karachi with capacity and status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2519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 Emergency Contacts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48006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Searchable directory with one-tap calling — Rescue 1122, Edhi 115, Police, Fire, NDMA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402336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42519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AI Emergency Assistant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0" y="48006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AI trained with verified Pakistani emergency data — streaming real-time guidance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design with animated hero, feature showcase, and impact metrics</a:t>
            </a:r>
            <a:endParaRPr lang="en-US" sz="1200" dirty="0"/>
          </a:p>
        </p:txBody>
      </p:sp>
      <p:pic>
        <p:nvPicPr>
          <p:cNvPr id="6" name="Image 0" descr="d:\AI FOR CIVIC HACKATHON\ctrl-aid\demo-video\screenshots\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1124712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Emergency Updates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alerts from verified sources with severity badges and category filtering</a:t>
            </a:r>
            <a:endParaRPr lang="en-US" sz="1200" dirty="0"/>
          </a:p>
        </p:txBody>
      </p:sp>
      <p:pic>
        <p:nvPicPr>
          <p:cNvPr id="6" name="Image 0" descr="d:\AI FOR CIVIC HACKATHON\ctrl-aid\demo-video\screenshots\ale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1124712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Shelter &amp; Resource Map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map with color-coded markers — Shelters (blue), Hospitals (red), Relief Camps (green)</a:t>
            </a:r>
            <a:endParaRPr lang="en-US" sz="1200" dirty="0"/>
          </a:p>
        </p:txBody>
      </p:sp>
      <p:pic>
        <p:nvPicPr>
          <p:cNvPr id="6" name="Image 0" descr="d:\AI FOR CIVIC HACKATHON\ctrl-aid\demo-video\screenshots\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1124712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Contacts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Searchable directory with one-tap calling and category filters</a:t>
            </a:r>
            <a:endParaRPr lang="en-US" sz="1200" dirty="0"/>
          </a:p>
        </p:txBody>
      </p:sp>
      <p:pic>
        <p:nvPicPr>
          <p:cNvPr id="6" name="Image 0" descr="d:\AI FOR CIVIC HACKATHON\ctrl-aid\demo-video\screenshots\conta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1124712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Emergency Assistant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streaming AI powered by verified Pakistani emergency data</a:t>
            </a:r>
            <a:endParaRPr lang="en-US" sz="1200" dirty="0"/>
          </a:p>
        </p:txBody>
      </p:sp>
      <p:pic>
        <p:nvPicPr>
          <p:cNvPr id="6" name="Image 0" descr="d:\AI FOR CIVIC HACKATHON\ctrl-aid\demo-video\screenshots\ai_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1124712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 POWERS CTRL+AID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generic chatbot — a context-aware emergency specialist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698480" cy="960120"/>
          </a:xfrm>
          <a:prstGeom prst="roundRect">
            <a:avLst>
              <a:gd name="adj" fmla="val 9524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Trained on Real Pakistani Data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2103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Shelter addresses, hospital capacities, NDMA/PDMA contacts, evacuation protocols — all verified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10698480" cy="960120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926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Streaming Architecture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3291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Sub-second response times using Vercel AI SDK v5 transport — critical when every second counts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10698480" cy="960120"/>
          </a:xfrm>
          <a:prstGeom prst="roundRect">
            <a:avLst>
              <a:gd name="adj" fmla="val 9524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114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Context-Constrained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44805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only cites verified sources (NDMA, Rescue 1122, PDMA) — no hallucinated emergency info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5212080"/>
            <a:ext cx="10698480" cy="960120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53035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Quick-Action Prompts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5669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Pre-built queries like "nearest shelter" and "flood safety tips" for stressed users who can't type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Modern, Production-Ready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48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React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Router + SSR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182880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148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66160" y="26517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Type-safe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errors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148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26517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 Flash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235440" y="182880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2148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AI SDK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35440" y="26517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 Streaming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11480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434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49377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 Dark Theme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66160" y="411480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4434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 Motion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66160" y="49377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4434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React-Leaflet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0" y="49377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Maps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235440" y="411480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0" y="4434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35440" y="49377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Edge-Optimized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SCALABILITY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Prototype to Pakistan's Emergency Portal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51760" cy="4114800"/>
          </a:xfrm>
          <a:prstGeom prst="roundRect">
            <a:avLst>
              <a:gd name="adj" fmla="val 4138"/>
            </a:avLst>
          </a:prstGeom>
          <a:solidFill>
            <a:srgbClr val="F0FD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 integrated modules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Verified data from 5+ sources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assistant with real shelter data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Deployed on Vercel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737360"/>
            <a:ext cx="2651760" cy="411480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920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Integration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0440" y="292608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NDMA/PDMA live API feeds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PMD weather warnings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alert ingestion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737360"/>
            <a:ext cx="2651760" cy="411480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920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292608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Multi-language: Urdu, Sindhi, Pashto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Offline-first PWA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SMS fallback gateway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98280" y="1737360"/>
            <a:ext cx="2651760" cy="411480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1920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09828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Nationwide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281160" y="292608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Community reporting with AI verification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Government partnership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4 provinces covered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0" y="9144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🛡️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71600" y="164592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Ctrl+Aid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828800" y="26517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access to information saves lives.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0" y="3474720"/>
            <a:ext cx="48463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384048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ctrl-aid.vercel.app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429768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📂  github.com/Fastian-afk/ctrl-aid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51206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828800" y="576072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Civic Innovation Hackathon 2026  •  Code for Pakistan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Ctrl+Aid — AI-Powered Emergency Information Platform</dc:title>
  <dc:subject>PptxGenJS Presentation</dc:subject>
  <dc:creator>Team Ctrl+Aid</dc:creator>
  <cp:lastModifiedBy>Team Ctrl+Aid</cp:lastModifiedBy>
  <cp:revision>1</cp:revision>
  <dcterms:created xsi:type="dcterms:W3CDTF">2026-06-16T06:44:51Z</dcterms:created>
  <dcterms:modified xsi:type="dcterms:W3CDTF">2026-06-16T06:44:51Z</dcterms:modified>
</cp:coreProperties>
</file>