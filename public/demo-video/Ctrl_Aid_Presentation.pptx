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9144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Civic Innovation Hackathon 2026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71600" y="1645920"/>
            <a:ext cx="9418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Ctrl+Aid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828800" y="3200400"/>
            <a:ext cx="8503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Emergency Information Platform</a:t>
            </a:r>
            <a:endParaRPr lang="en-US" sz="2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Pakistani Communities Facing Natural Disasters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457200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  •  TypeScript  •  Google Gemini 2.0 Flash  •  Tailwind CSS v4  •  React-Leaflet  •  Vercel AI SDK v5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566928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Team Ctrl+Aid  •  Code for Pakistan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Pakistan's 2022 floods, </a:t>
            </a:r>
            <a:pPr indent="0" marL="0">
              <a:buNone/>
            </a:pPr>
            <a:r>
              <a:rPr lang="en-US" sz="36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million people</a:t>
            </a:r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were displaced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560320"/>
            <a:ext cx="5029200" cy="1463040"/>
          </a:xfrm>
          <a:prstGeom prst="roundRect">
            <a:avLst>
              <a:gd name="adj" fmla="val 9375"/>
            </a:avLst>
          </a:prstGeom>
          <a:solidFill>
            <a:srgbClr val="0F1D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7432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 Fragmented Information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32004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source of verified emergency alerts during disaster events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2560320"/>
            <a:ext cx="5029200" cy="1463040"/>
          </a:xfrm>
          <a:prstGeom prst="roundRect">
            <a:avLst>
              <a:gd name="adj" fmla="val 9375"/>
            </a:avLst>
          </a:prstGeom>
          <a:solidFill>
            <a:srgbClr val="0F1D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7432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 Inaccessible Shelter Data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32004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couldn't locate nearby shelters or hospitals during emergencies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4389120"/>
            <a:ext cx="5029200" cy="1463040"/>
          </a:xfrm>
          <a:prstGeom prst="roundRect">
            <a:avLst>
              <a:gd name="adj" fmla="val 9375"/>
            </a:avLst>
          </a:prstGeom>
          <a:solidFill>
            <a:srgbClr val="0F1D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5720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 Scattered Contacts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50292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helplines buried across different government websites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4389120"/>
            <a:ext cx="5029200" cy="1463040"/>
          </a:xfrm>
          <a:prstGeom prst="roundRect">
            <a:avLst>
              <a:gd name="adj" fmla="val 9375"/>
            </a:avLst>
          </a:prstGeom>
          <a:solidFill>
            <a:srgbClr val="0F1D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45720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No AI Guidance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50292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way to get personalized safety advice instantly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Ctrl+Aid</a:t>
            </a:r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Everything You Need in an Emergency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5029200" cy="1645920"/>
          </a:xfrm>
          <a:prstGeom prst="roundRect">
            <a:avLst>
              <a:gd name="adj" fmla="val 8333"/>
            </a:avLst>
          </a:prstGeom>
          <a:solidFill>
            <a:srgbClr val="0F1D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19456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 Live Emergency Updates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269748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verified alerts from NDMA, PDMA, PMD, Rescue 1122 with severity filtering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2011680"/>
            <a:ext cx="5029200" cy="1645920"/>
          </a:xfrm>
          <a:prstGeom prst="roundRect">
            <a:avLst>
              <a:gd name="adj" fmla="val 8333"/>
            </a:avLst>
          </a:prstGeom>
          <a:solidFill>
            <a:srgbClr val="0F1D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19456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 Interactive Shelter Map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92240" y="269748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12+ locations across 4 cities with capacity, phone, and real-time status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4023360"/>
            <a:ext cx="5029200" cy="1645920"/>
          </a:xfrm>
          <a:prstGeom prst="roundRect">
            <a:avLst>
              <a:gd name="adj" fmla="val 8333"/>
            </a:avLst>
          </a:prstGeom>
          <a:solidFill>
            <a:srgbClr val="0F1D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2062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 Emergency Contacts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05840" y="470916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Searchable directory with one-tap calling — Rescue 1122, Edhi 115, Police 15, Fire 16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4023360"/>
            <a:ext cx="5029200" cy="1645920"/>
          </a:xfrm>
          <a:prstGeom prst="roundRect">
            <a:avLst>
              <a:gd name="adj" fmla="val 8333"/>
            </a:avLst>
          </a:prstGeom>
          <a:solidFill>
            <a:srgbClr val="0F1D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42062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AI Emergency Assistant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92240" y="470916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Gemini-powered streaming chat with verified shelter data and safety guidance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— Landing Page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dark-themed hero with animated gradients and glassmorphism</a:t>
            </a:r>
            <a:endParaRPr lang="en-US" sz="1100" dirty="0"/>
          </a:p>
        </p:txBody>
      </p:sp>
      <p:pic>
        <p:nvPicPr>
          <p:cNvPr id="4" name="Image 0" descr="d:\AI FOR CIVIC HACKATHON\ctrl-aid\demo-video\screenshots\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1069848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— Live Emergency Updates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alerts from NDMA, PDMA, Rescue 1122 with severity badges and category filters</a:t>
            </a:r>
            <a:endParaRPr lang="en-US" sz="1100" dirty="0"/>
          </a:p>
        </p:txBody>
      </p:sp>
      <p:pic>
        <p:nvPicPr>
          <p:cNvPr id="4" name="Image 0" descr="d:\AI FOR CIVIC HACKATHON\ctrl-aid\demo-video\screenshots\ale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1069848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— Shelter &amp; Resource Map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Leaflet map with color-coded markers — Shelters, Hospitals, Relief Camps</a:t>
            </a:r>
            <a:endParaRPr lang="en-US" sz="1100" dirty="0"/>
          </a:p>
        </p:txBody>
      </p:sp>
      <p:pic>
        <p:nvPicPr>
          <p:cNvPr id="4" name="Image 0" descr="d:\AI FOR CIVIC HACKATHON\ctrl-aid\demo-video\screenshots\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1069848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— Emergency Contacts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Searchable directory with one-tap calling and category filters</a:t>
            </a:r>
            <a:endParaRPr lang="en-US" sz="1100" dirty="0"/>
          </a:p>
        </p:txBody>
      </p:sp>
      <p:pic>
        <p:nvPicPr>
          <p:cNvPr id="4" name="Image 0" descr="d:\AI FOR CIVIC HACKATHON\ctrl-aid\demo-video\screenshots\conta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1069848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— AI Emergency Assistant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Gemini AI chat with quick-action prompts and verified emergency data</a:t>
            </a:r>
            <a:endParaRPr lang="en-US" sz="1100" dirty="0"/>
          </a:p>
        </p:txBody>
      </p:sp>
      <p:pic>
        <p:nvPicPr>
          <p:cNvPr id="4" name="Image 0" descr="d:\AI FOR CIVIC HACKATHON\ctrl-aid\demo-video\screenshots\ai_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1069848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</a:t>
            </a:r>
            <a:pPr algn="ctr" indent="0" marL="0">
              <a:buNone/>
            </a:pPr>
            <a:r>
              <a:rPr lang="en-US" sz="36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Tools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0F1D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286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Router + SSR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201168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0F1D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2286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74720" y="2743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Type-safe codebase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0F1D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286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2.0 Flash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17920" y="2743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61120" y="201168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0F1D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0" y="2286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AI SDK v5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961120" y="2743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Chat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02336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0F1D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297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v4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4754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Theme System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0" y="402336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0F1D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4297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Framer Motion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474720" y="4754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Micro-animations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402336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0F1D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4297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React-Leaflet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17920" y="4754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Maps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961120" y="402336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0F1D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0" y="4297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961120" y="4754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Deployment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6035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sourced from NDMA · PDMA · PMD · Rescue 1122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FUTURE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 </a:t>
            </a:r>
            <a:pPr algn="ctr" indent="0" marL="0">
              <a:buNone/>
            </a:pPr>
            <a:r>
              <a:rPr lang="en-US" sz="36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Impact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645920" y="2194560"/>
            <a:ext cx="4389120" cy="1554480"/>
          </a:xfrm>
          <a:prstGeom prst="roundRect">
            <a:avLst>
              <a:gd name="adj" fmla="val 8824"/>
            </a:avLst>
          </a:prstGeom>
          <a:solidFill>
            <a:srgbClr val="0F1D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0240" y="2423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Multi-Language Support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920240" y="29260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Urdu, Sindhi, Pashto for broader accessibility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675120" y="2194560"/>
            <a:ext cx="4389120" cy="1554480"/>
          </a:xfrm>
          <a:prstGeom prst="roundRect">
            <a:avLst>
              <a:gd name="adj" fmla="val 8824"/>
            </a:avLst>
          </a:prstGeom>
          <a:solidFill>
            <a:srgbClr val="0F1D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2423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Offline-First PWA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949440" y="29260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Cached shelter data — works without internet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645920" y="4206240"/>
            <a:ext cx="4389120" cy="1554480"/>
          </a:xfrm>
          <a:prstGeom prst="roundRect">
            <a:avLst>
              <a:gd name="adj" fmla="val 8824"/>
            </a:avLst>
          </a:prstGeom>
          <a:solidFill>
            <a:srgbClr val="0F1D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4434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SMS Fallback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920240" y="4937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info via SMS for low-connectivity areas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75120" y="4206240"/>
            <a:ext cx="4389120" cy="1554480"/>
          </a:xfrm>
          <a:prstGeom prst="roundRect">
            <a:avLst>
              <a:gd name="adj" fmla="val 8824"/>
            </a:avLst>
          </a:prstGeom>
          <a:solidFill>
            <a:srgbClr val="0F1D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4434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Real-time APIs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949440" y="4937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feeds from NDMA, PDMA, PMD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Ctrl+Aid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828800" y="320040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access to information saves lives.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0" y="42062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Live Demo: ctrl-aid.vercel.app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46634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📂 GitHub: github.com/Fastian-afk/ctrl-aid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566928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Civic Innovation Hackathon 2026 · Code for Pakistan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Ctrl+Aid — AI-Powered Emergency Information Platform</dc:title>
  <dc:subject>AI for Civic Innovation Hackathon 2026</dc:subject>
  <dc:creator>Team Ctrl+Aid</dc:creator>
  <cp:lastModifiedBy>Team Ctrl+Aid</cp:lastModifiedBy>
  <cp:revision>1</cp:revision>
  <dcterms:created xsi:type="dcterms:W3CDTF">2026-06-14T14:33:45Z</dcterms:created>
  <dcterms:modified xsi:type="dcterms:W3CDTF">2026-06-14T14:33:45Z</dcterms:modified>
</cp:coreProperties>
</file>